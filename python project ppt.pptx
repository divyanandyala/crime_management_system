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8F9FC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0" cy="685800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E6B146"/>
                </a:solidFill>
                <a:latin typeface="Aptos"/>
              </a:defRPr>
            </a:pPr>
            <a:r>
              <a:t>MAJOR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8F9FC"/>
                </a:solidFill>
                <a:latin typeface="Aptos"/>
              </a:defRPr>
            </a:pPr>
            <a:r>
              <a:t>Crime Record</a:t>
            </a:r>
            <a:br/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22676"/>
            <a:ext cx="8961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E2E7F0"/>
                </a:solidFill>
                <a:latin typeface="Aptos"/>
              </a:defRPr>
            </a:pPr>
            <a:r>
              <a:rPr dirty="0"/>
              <a:t>A modular Python-based system for managing crime records,</a:t>
            </a:r>
            <a:br>
              <a:rPr dirty="0"/>
            </a:br>
            <a:r>
              <a:rPr dirty="0"/>
              <a:t>FIR records and digital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1371600" cy="411480"/>
          </a:xfrm>
          <a:prstGeom prst="roundRect">
            <a:avLst/>
          </a:prstGeom>
          <a:solidFill>
            <a:srgbClr val="50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242816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0192D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4160520"/>
            <a:ext cx="1371600" cy="411480"/>
          </a:xfrm>
          <a:prstGeom prst="roundRect">
            <a:avLst/>
          </a:prstGeom>
          <a:solidFill>
            <a:srgbClr val="41B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4242816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0192D"/>
                </a:solidFill>
                <a:latin typeface="Aptos"/>
              </a:defRPr>
            </a:pPr>
            <a:r>
              <a:t>CSV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160520"/>
            <a:ext cx="1371600" cy="411480"/>
          </a:xfrm>
          <a:prstGeom prst="round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4242816"/>
            <a:ext cx="1371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0192D"/>
                </a:solidFill>
                <a:latin typeface="Aptos"/>
              </a:defRPr>
            </a:pPr>
            <a:r>
              <a:t>DATA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132" y="5166360"/>
            <a:ext cx="10918767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F8F9FC"/>
                </a:solidFill>
                <a:latin typeface="Aptos"/>
              </a:defRPr>
            </a:pPr>
            <a:r>
              <a:rPr dirty="0"/>
              <a:t>Presented by: </a:t>
            </a:r>
            <a:r>
              <a:rPr lang="en-US" dirty="0"/>
              <a:t>K .Raja Sri , </a:t>
            </a:r>
            <a:r>
              <a:rPr lang="en-US" dirty="0" smtClean="0"/>
              <a:t>                                                                  Project </a:t>
            </a:r>
            <a:r>
              <a:rPr lang="en-US" dirty="0"/>
              <a:t>Mentor: </a:t>
            </a:r>
            <a:endParaRPr lang="en-US" dirty="0" smtClean="0"/>
          </a:p>
          <a:p>
            <a:pPr>
              <a:defRPr sz="1600" b="1">
                <a:solidFill>
                  <a:srgbClr val="F8F9FC"/>
                </a:solidFill>
                <a:latin typeface="Aptos"/>
              </a:defRPr>
            </a:pPr>
            <a:r>
              <a:rPr lang="en-US" dirty="0" smtClean="0"/>
              <a:t>N </a:t>
            </a:r>
            <a:r>
              <a:rPr lang="en-US" dirty="0"/>
              <a:t>.</a:t>
            </a:r>
            <a:r>
              <a:rPr lang="en-US" dirty="0" err="1"/>
              <a:t>Divya</a:t>
            </a:r>
            <a:r>
              <a:rPr lang="en-US" dirty="0"/>
              <a:t> </a:t>
            </a:r>
            <a:r>
              <a:rPr lang="en-US" dirty="0" smtClean="0"/>
              <a:t>,                                                                                                </a:t>
            </a:r>
            <a:r>
              <a:rPr lang="en-US" dirty="0"/>
              <a:t>M . </a:t>
            </a:r>
            <a:r>
              <a:rPr lang="en-US" dirty="0" err="1"/>
              <a:t>Kalyani</a:t>
            </a:r>
            <a:r>
              <a:rPr lang="en-US" dirty="0"/>
              <a:t> mam </a:t>
            </a:r>
            <a:endParaRPr lang="en-US" dirty="0" smtClean="0"/>
          </a:p>
          <a:p>
            <a:pPr algn="l">
              <a:defRPr sz="1600" b="1">
                <a:solidFill>
                  <a:srgbClr val="F8F9FC"/>
                </a:solidFill>
                <a:latin typeface="Aptos"/>
              </a:defRPr>
            </a:pPr>
            <a:r>
              <a:rPr lang="en-US" dirty="0" smtClean="0"/>
              <a:t>R </a:t>
            </a:r>
            <a:r>
              <a:rPr lang="en-US" dirty="0"/>
              <a:t>.</a:t>
            </a:r>
            <a:r>
              <a:rPr lang="en-US" dirty="0" err="1" smtClean="0"/>
              <a:t>AnuSri</a:t>
            </a:r>
            <a:r>
              <a:rPr lang="en-US" dirty="0" smtClean="0"/>
              <a:t>  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241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0C5"/>
                </a:solidFill>
                <a:latin typeface="Aptos"/>
              </a:defRPr>
            </a:pPr>
            <a:r>
              <a:t>Why a structured crime-record system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8F9FC"/>
                </a:solidFill>
                <a:latin typeface="Aptos"/>
              </a:defRPr>
            </a:pPr>
            <a:r>
              <a:t>•  Crime-related information contains multiple record types such as criminal details, FIRs and evidence.</a:t>
            </a:r>
          </a:p>
          <a:p>
            <a:pPr>
              <a:spcAft>
                <a:spcPts val="1200"/>
              </a:spcAft>
              <a:defRPr sz="1900">
                <a:solidFill>
                  <a:srgbClr val="F8F9FC"/>
                </a:solidFill>
                <a:latin typeface="Aptos"/>
              </a:defRPr>
            </a:pPr>
            <a:r>
              <a:t>•  Maintaining these records manually makes searching, updating and tracking information difficult.</a:t>
            </a:r>
          </a:p>
          <a:p>
            <a:pPr>
              <a:spcAft>
                <a:spcPts val="1200"/>
              </a:spcAft>
              <a:defRPr sz="1900">
                <a:solidFill>
                  <a:srgbClr val="F8F9FC"/>
                </a:solidFill>
                <a:latin typeface="Aptos"/>
              </a:defRPr>
            </a:pPr>
            <a:r>
              <a:t>•  This project provides a menu-driven application that organizes these activities into separate modules.</a:t>
            </a:r>
          </a:p>
          <a:p>
            <a:pPr>
              <a:spcAft>
                <a:spcPts val="1200"/>
              </a:spcAft>
              <a:defRPr sz="1900">
                <a:solidFill>
                  <a:srgbClr val="F8F9FC"/>
                </a:solidFill>
                <a:latin typeface="Aptos"/>
              </a:defRPr>
            </a:pPr>
            <a:r>
              <a:t>•  CSV files are used as lightweight persistent storage, making the system simple to run and understand.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291840" cy="356616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673351"/>
            <a:ext cx="2889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6B146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288950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E2E7F0"/>
                </a:solidFill>
                <a:latin typeface="Aptos"/>
              </a:defRPr>
            </a:pPr>
            <a:r>
              <a:t>Crime records, FIR information and evidence details can become difficult to organize when handled manually or in separate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91840" cy="356616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7" y="1673351"/>
            <a:ext cx="2889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15A5A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130552"/>
            <a:ext cx="288950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E2E7F0"/>
                </a:solidFill>
                <a:latin typeface="Aptos"/>
              </a:defRPr>
            </a:pPr>
            <a:r>
              <a:t>Slow searching</a:t>
            </a:r>
            <a:br/>
            <a:r>
              <a:t>Duplicate / inconsistent entries</a:t>
            </a:r>
            <a:br/>
            <a:r>
              <a:t>Difficult updates</a:t>
            </a:r>
            <a:br/>
            <a:r>
              <a:t>Limited visibility into trends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291840" cy="356616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673351"/>
            <a:ext cx="288950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1B47D"/>
                </a:solidFill>
                <a:latin typeface="Aptos"/>
              </a:defRPr>
            </a:pPr>
            <a:r>
              <a:t>PROJECT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130552"/>
            <a:ext cx="2889504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E2E7F0"/>
                </a:solidFill>
                <a:latin typeface="Aptos"/>
              </a:defRPr>
            </a:pPr>
            <a:r>
              <a:t>Create a modular application that centralizes record operations and provides basic analytical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8F9FC"/>
                </a:solidFill>
                <a:latin typeface="Aptos"/>
              </a:defRPr>
            </a:pPr>
            <a:r>
              <a:t>•  Create a centralized menu-driven application for crime-related records.</a:t>
            </a:r>
          </a:p>
          <a:p>
            <a:pPr>
              <a:spcAft>
                <a:spcPts val="1200"/>
              </a:spcAft>
              <a:defRPr sz="1700">
                <a:solidFill>
                  <a:srgbClr val="F8F9FC"/>
                </a:solidFill>
                <a:latin typeface="Aptos"/>
              </a:defRPr>
            </a:pPr>
            <a:r>
              <a:t>•  Provide Add, View, Search, Update and Delete operations for records.</a:t>
            </a:r>
          </a:p>
          <a:p>
            <a:pPr>
              <a:spcAft>
                <a:spcPts val="1200"/>
              </a:spcAft>
              <a:defRPr sz="1700">
                <a:solidFill>
                  <a:srgbClr val="F8F9FC"/>
                </a:solidFill>
                <a:latin typeface="Aptos"/>
              </a:defRPr>
            </a:pPr>
            <a:r>
              <a:t>•  Manage FIR registration and status tracking.</a:t>
            </a:r>
          </a:p>
          <a:p>
            <a:pPr>
              <a:spcAft>
                <a:spcPts val="1200"/>
              </a:spcAft>
              <a:defRPr sz="1700">
                <a:solidFill>
                  <a:srgbClr val="F8F9FC"/>
                </a:solidFill>
                <a:latin typeface="Aptos"/>
              </a:defRPr>
            </a:pPr>
            <a:r>
              <a:t>•  Maintain evidence details with status-based filtering.</a:t>
            </a:r>
          </a:p>
          <a:p>
            <a:pPr>
              <a:spcAft>
                <a:spcPts val="1200"/>
              </a:spcAft>
              <a:defRPr sz="1700">
                <a:solidFill>
                  <a:srgbClr val="F8F9FC"/>
                </a:solidFill>
                <a:latin typeface="Aptos"/>
              </a:defRPr>
            </a:pPr>
            <a:r>
              <a:t>•  Generate analytical charts for crime, FIR, case and evidence data.</a:t>
            </a:r>
          </a:p>
          <a:p>
            <a:pPr>
              <a:spcAft>
                <a:spcPts val="1200"/>
              </a:spcAft>
              <a:defRPr sz="1700">
                <a:solidFill>
                  <a:srgbClr val="F8F9FC"/>
                </a:solidFill>
                <a:latin typeface="Aptos"/>
              </a:defRPr>
            </a:pPr>
            <a:r>
              <a:t>•  Demonstrate Python concepts such as functions, modules, file handling, list comprehension and lambda.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Existing System vs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1828800" cy="50292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36192"/>
            <a:ext cx="1682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192D"/>
                </a:solidFill>
                <a:latin typeface="Aptos"/>
              </a:defRPr>
            </a:pPr>
            <a:r>
              <a:t>Aspect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17320"/>
            <a:ext cx="4389120" cy="50292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2" y="1536192"/>
            <a:ext cx="42428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192D"/>
                </a:solidFill>
                <a:latin typeface="Aptos"/>
              </a:defRPr>
            </a:pPr>
            <a:r>
              <a:t>Existing / Manual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17320"/>
            <a:ext cx="3931920" cy="50292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79792" y="1536192"/>
            <a:ext cx="378561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0192D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38528"/>
            <a:ext cx="182880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2112264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9FC"/>
                </a:solidFill>
                <a:latin typeface="Aptos"/>
              </a:defRPr>
            </a:pPr>
            <a:r>
              <a:t>Record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1938528"/>
            <a:ext cx="43891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52928" y="2112264"/>
            <a:ext cx="4169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Manual lookup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938528"/>
            <a:ext cx="39319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16367" y="2112264"/>
            <a:ext cx="3712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Menu-based 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624328"/>
            <a:ext cx="182880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798064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9FC"/>
                </a:solidFill>
                <a:latin typeface="Aptos"/>
              </a:defRPr>
            </a:pPr>
            <a:r>
              <a:t>Updates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624328"/>
            <a:ext cx="43891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52928" y="2798064"/>
            <a:ext cx="4169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Edit files manually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624328"/>
            <a:ext cx="39319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16367" y="2798064"/>
            <a:ext cx="3712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Update functions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10128"/>
            <a:ext cx="182880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3483864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9FC"/>
                </a:solidFill>
                <a:latin typeface="Aptos"/>
              </a:defRPr>
            </a:pPr>
            <a:r>
              <a:t>Deletion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0" y="3310128"/>
            <a:ext cx="43891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52928" y="3483864"/>
            <a:ext cx="4169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Risk of mistakes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310128"/>
            <a:ext cx="39319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16367" y="3483864"/>
            <a:ext cx="3712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Controlled delete operation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95928"/>
            <a:ext cx="182880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4169664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9FC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995928"/>
            <a:ext cx="43891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52928" y="4169664"/>
            <a:ext cx="4169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Separate handling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3995928"/>
            <a:ext cx="39319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16367" y="4169664"/>
            <a:ext cx="3712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Dedicated module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4681728"/>
            <a:ext cx="182880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" y="4855464"/>
            <a:ext cx="16093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8F9FC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0" y="4681728"/>
            <a:ext cx="43891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52928" y="4855464"/>
            <a:ext cx="41696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Manual counting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681728"/>
            <a:ext cx="3931920" cy="640080"/>
          </a:xfrm>
          <a:prstGeom prst="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16367" y="4855464"/>
            <a:ext cx="37124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9FC"/>
                </a:solidFill>
                <a:latin typeface="Aptos"/>
              </a:defRPr>
            </a:pPr>
            <a:r>
              <a:t>Charts using pandas/matplotlib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46120" cy="141732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81912"/>
            <a:ext cx="2843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091D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39112"/>
            <a:ext cx="28437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Core 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17320"/>
            <a:ext cx="3246120" cy="141732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27448" y="1581912"/>
            <a:ext cx="2843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1B47D"/>
                </a:solidFill>
                <a:latin typeface="Aptos"/>
              </a:defRPr>
            </a:pPr>
            <a:r>
              <a:t>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039112"/>
            <a:ext cx="28437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Lightweight persistent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17320"/>
            <a:ext cx="3246120" cy="141732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30768" y="1581912"/>
            <a:ext cx="2843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6B146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039112"/>
            <a:ext cx="28437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Data reading and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46120"/>
            <a:ext cx="3246120" cy="141732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410712"/>
            <a:ext cx="2843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15A5A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867911"/>
            <a:ext cx="28437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Bar, pie and histogram charts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246120"/>
            <a:ext cx="3246120" cy="141732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27448" y="3410712"/>
            <a:ext cx="28437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091DC"/>
                </a:solidFill>
                <a:latin typeface="Aptos"/>
              </a:defRPr>
            </a:pPr>
            <a:r>
              <a:t>OS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867911"/>
            <a:ext cx="284378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File existence / file handling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0241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5B0C5"/>
                </a:solidFill>
                <a:latin typeface="Aptos"/>
              </a:defRPr>
            </a:pPr>
            <a:r>
              <a:t>High-level flow of the implemented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828800" cy="914400"/>
          </a:xfrm>
          <a:prstGeom prst="roundRect">
            <a:avLst/>
          </a:prstGeom>
          <a:solidFill>
            <a:srgbClr val="192641"/>
          </a:solidFill>
          <a:ln w="25400">
            <a:solidFill>
              <a:srgbClr val="E6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9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57400"/>
            <a:ext cx="2194560" cy="1463040"/>
          </a:xfrm>
          <a:prstGeom prst="roundRect">
            <a:avLst/>
          </a:prstGeom>
          <a:solidFill>
            <a:srgbClr val="192641"/>
          </a:solidFill>
          <a:ln w="25400">
            <a:solidFill>
              <a:srgbClr val="50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30428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9FC"/>
                </a:solidFill>
                <a:latin typeface="Aptos"/>
              </a:defRPr>
            </a:pPr>
            <a:r>
              <a:t>MAIN / MENU</a:t>
            </a:r>
            <a:br/>
            <a:r>
              <a:t>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2011680" cy="914400"/>
          </a:xfrm>
          <a:prstGeom prst="roundRect">
            <a:avLst/>
          </a:prstGeom>
          <a:solidFill>
            <a:srgbClr val="192641"/>
          </a:solidFill>
          <a:ln w="25400">
            <a:solidFill>
              <a:srgbClr val="41B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48132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9FC"/>
                </a:solidFill>
                <a:latin typeface="Aptos"/>
              </a:defRPr>
            </a:pPr>
            <a:r>
              <a:t>CRIME</a:t>
            </a:r>
            <a:br/>
            <a:r>
              <a:t>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423160"/>
            <a:ext cx="2011680" cy="914400"/>
          </a:xfrm>
          <a:prstGeom prst="roundRect">
            <a:avLst/>
          </a:prstGeom>
          <a:solidFill>
            <a:srgbClr val="192641"/>
          </a:solidFill>
          <a:ln w="25400">
            <a:solidFill>
              <a:srgbClr val="E6B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67004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9FC"/>
                </a:solidFill>
                <a:latin typeface="Aptos"/>
              </a:defRPr>
            </a:pPr>
            <a:r>
              <a:t>FIR</a:t>
            </a:r>
            <a:br/>
            <a:r>
              <a:t>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11880"/>
            <a:ext cx="2011680" cy="914400"/>
          </a:xfrm>
          <a:prstGeom prst="roundRect">
            <a:avLst/>
          </a:prstGeom>
          <a:solidFill>
            <a:srgbClr val="192641"/>
          </a:solidFill>
          <a:ln w="25400">
            <a:solidFill>
              <a:srgbClr val="E1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85876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9FC"/>
                </a:solidFill>
                <a:latin typeface="Aptos"/>
              </a:defRPr>
            </a:pPr>
            <a:r>
              <a:t>EVIDENCE</a:t>
            </a:r>
            <a:br/>
            <a:r>
              <a:t>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423160"/>
            <a:ext cx="2011680" cy="914400"/>
          </a:xfrm>
          <a:prstGeom prst="roundRect">
            <a:avLst/>
          </a:prstGeom>
          <a:solidFill>
            <a:srgbClr val="192641"/>
          </a:solidFill>
          <a:ln w="25400">
            <a:solidFill>
              <a:srgbClr val="50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2670048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8F9FC"/>
                </a:solidFill>
                <a:latin typeface="Aptos"/>
              </a:defRPr>
            </a:pPr>
            <a:r>
              <a:t>REPORTS /</a:t>
            </a:r>
            <a:br/>
            <a:r>
              <a:t>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788920"/>
            <a:ext cx="640080" cy="0"/>
          </a:xfrm>
          <a:prstGeom prst="line">
            <a:avLst/>
          </a:prstGeom>
          <a:ln w="25400">
            <a:solidFill>
              <a:srgbClr val="E6B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577840" y="1691640"/>
            <a:ext cx="822960" cy="777240"/>
          </a:xfrm>
          <a:prstGeom prst="line">
            <a:avLst/>
          </a:prstGeom>
          <a:ln w="25400">
            <a:solidFill>
              <a:srgbClr val="E6B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577840" y="2788920"/>
            <a:ext cx="822960" cy="91440"/>
          </a:xfrm>
          <a:prstGeom prst="line">
            <a:avLst/>
          </a:prstGeom>
          <a:ln w="25400">
            <a:solidFill>
              <a:srgbClr val="E6B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577840" y="3108960"/>
            <a:ext cx="822960" cy="960120"/>
          </a:xfrm>
          <a:prstGeom prst="line">
            <a:avLst/>
          </a:prstGeom>
          <a:ln w="25400">
            <a:solidFill>
              <a:srgbClr val="E6B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2880360"/>
            <a:ext cx="640080" cy="0"/>
          </a:xfrm>
          <a:prstGeom prst="line">
            <a:avLst/>
          </a:prstGeom>
          <a:ln w="25400">
            <a:solidFill>
              <a:srgbClr val="E6B1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006840" y="37947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A5B0C5"/>
                </a:solidFill>
                <a:latin typeface="Aptos"/>
              </a:defRPr>
            </a:pPr>
            <a:r>
              <a:t>CSV 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Major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1874519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6B146"/>
                </a:solidFill>
                <a:latin typeface="Aptos"/>
              </a:defRPr>
            </a:pPr>
            <a:r>
              <a:t>01  Crime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4672583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Add, view, search, update, delete, sort by age, list names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417320"/>
            <a:ext cx="5074920" cy="1874519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581912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091DC"/>
                </a:solidFill>
                <a:latin typeface="Aptos"/>
              </a:defRPr>
            </a:pPr>
            <a:r>
              <a:t>02  FIR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2039112"/>
            <a:ext cx="4672583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Register FIR, view, search, update, delete, pending FIRs, sorting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57600"/>
            <a:ext cx="5074920" cy="1874519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3822191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15A5A"/>
                </a:solidFill>
                <a:latin typeface="Aptos"/>
              </a:defRPr>
            </a:pPr>
            <a:r>
              <a:t>03  Evidence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279392"/>
            <a:ext cx="4672583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Add, view, search, update, delete, pending evidence, sorting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657600"/>
            <a:ext cx="5074920" cy="1874519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3822191"/>
            <a:ext cx="467258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1B47D"/>
                </a:solidFill>
                <a:latin typeface="Aptos"/>
              </a:defRPr>
            </a:pPr>
            <a:r>
              <a:t>04  Crime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4279392"/>
            <a:ext cx="4672583" cy="1097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2E7F0"/>
                </a:solidFill>
                <a:latin typeface="Aptos"/>
              </a:defRPr>
            </a:pPr>
            <a:r>
              <a:t>Generate charts for crime, FIR, case and evidence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Module 1 — Crime Record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Stores: Crime ID, Name, Age, Gender, Crime and City.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create_file() creates the CSV file and header when required.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add_criminal() collects user input and appends a new record.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search_criminal() finds a record using Crime ID.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update_criminal() and delete_criminal() modify the stored records.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sort_age() uses lambda; criminal_names() uses list comprehension.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526280"/>
            <a:ext cx="3566160" cy="960120"/>
          </a:xfrm>
          <a:prstGeom prst="roundRect">
            <a:avLst/>
          </a:prstGeom>
          <a:solidFill>
            <a:srgbClr val="192641"/>
          </a:solidFill>
          <a:ln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82128" y="4690872"/>
            <a:ext cx="316382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E6B146"/>
                </a:solidFill>
                <a:latin typeface="Aptos"/>
              </a:defRPr>
            </a:pPr>
            <a:r>
              <a:t>CSV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82128" y="5148072"/>
            <a:ext cx="316382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E2E7F0"/>
                </a:solidFill>
                <a:latin typeface="Aptos"/>
              </a:defRPr>
            </a:pPr>
            <a:r>
              <a:t>Crime ID | Name | Age | Gender | Crime |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6032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8F9FC"/>
                </a:solidFill>
                <a:latin typeface="Aptos"/>
              </a:defRPr>
            </a:pPr>
            <a:r>
              <a:t>Module 4 — Reports &amp;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" y="1"/>
            <a:ext cx="1" cy="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crime_graph() creates crime-type bar charts, crime-distribution pie charts and age histograms.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fir_graph() visualizes FIR status distribution.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case_graph() visualizes case status when case data is available.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evidence_graph() visualizes evidence status distribution.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Pandas is used to read CSV files and calculate value counts.</a:t>
            </a:r>
          </a:p>
          <a:p>
            <a:pPr>
              <a:spcAft>
                <a:spcPts val="1200"/>
              </a:spcAft>
              <a:defRPr sz="1600">
                <a:solidFill>
                  <a:srgbClr val="F8F9FC"/>
                </a:solidFill>
                <a:latin typeface="Aptos"/>
              </a:defRPr>
            </a:pPr>
            <a:r>
              <a:t>•  Matplotlib is used to display the charts.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489204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5B0C5"/>
                </a:solidFill>
                <a:latin typeface="Aptos"/>
              </a:defRPr>
            </a:pPr>
            <a:r>
              <a:t>Crime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5660136"/>
            <a:ext cx="228600" cy="329184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79792" y="5440680"/>
            <a:ext cx="228600" cy="548640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27264" y="5769864"/>
            <a:ext cx="228600" cy="219456"/>
          </a:xfrm>
          <a:prstGeom prst="rect">
            <a:avLst/>
          </a:prstGeom>
          <a:solidFill>
            <a:srgbClr val="E6B1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489204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5B0C5"/>
                </a:solidFill>
                <a:latin typeface="Aptos"/>
              </a:defRPr>
            </a:pPr>
            <a:r>
              <a:t>FIR 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5330952"/>
            <a:ext cx="228600" cy="658368"/>
          </a:xfrm>
          <a:prstGeom prst="rect">
            <a:avLst/>
          </a:prstGeom>
          <a:solidFill>
            <a:srgbClr val="50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97112" y="5769864"/>
            <a:ext cx="228600" cy="219456"/>
          </a:xfrm>
          <a:prstGeom prst="rect">
            <a:avLst/>
          </a:prstGeom>
          <a:solidFill>
            <a:srgbClr val="50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489204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A5B0C5"/>
                </a:solidFill>
                <a:latin typeface="Aptos"/>
              </a:defRPr>
            </a:pPr>
            <a:r>
              <a:t>Evidence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59" y="5550408"/>
            <a:ext cx="228600" cy="438912"/>
          </a:xfrm>
          <a:prstGeom prst="rect">
            <a:avLst/>
          </a:prstGeom>
          <a:solidFill>
            <a:srgbClr val="E1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314432" y="5660136"/>
            <a:ext cx="228600" cy="329184"/>
          </a:xfrm>
          <a:prstGeom prst="rect">
            <a:avLst/>
          </a:prstGeom>
          <a:solidFill>
            <a:srgbClr val="E1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E6B146"/>
                </a:solidFill>
              </a:defRPr>
            </a:pPr>
            <a:r>
              <a:t>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28600"/>
            <a:ext cx="594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6B146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F5F7FA"/>
                </a:solidFill>
              </a:defRPr>
            </a:pPr>
            <a:r>
              <a:t>PROJECT OUTPUT &amp;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337560" cy="3474720"/>
          </a:xfrm>
          <a:prstGeom prst="roundRect">
            <a:avLst/>
          </a:prstGeom>
          <a:solidFill>
            <a:srgbClr val="18253D"/>
          </a:solidFill>
          <a:ln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E6B146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RECORD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515369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/>
              <a:t>Crime, FIR and evidence records </a:t>
            </a:r>
            <a:endParaRPr lang="en-US" dirty="0" smtClean="0"/>
          </a:p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 smtClean="0"/>
              <a:t>support </a:t>
            </a:r>
            <a:r>
              <a:rPr dirty="0"/>
              <a:t>add, view, search, update </a:t>
            </a:r>
            <a:endParaRPr lang="en-US" dirty="0" smtClean="0"/>
          </a:p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 smtClean="0"/>
              <a:t>and </a:t>
            </a:r>
            <a:r>
              <a:rPr dirty="0"/>
              <a:t>delete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37560" cy="3474720"/>
          </a:xfrm>
          <a:prstGeom prst="roundRect">
            <a:avLst/>
          </a:prstGeom>
          <a:solidFill>
            <a:srgbClr val="18253D"/>
          </a:solidFill>
          <a:ln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59" y="181051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5091DC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2359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DATA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971800"/>
            <a:ext cx="2736518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/>
              <a:t>Pandas reads CSV data and </a:t>
            </a:r>
            <a:endParaRPr lang="en-US" dirty="0" smtClean="0"/>
          </a:p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 err="1" smtClean="0"/>
              <a:t>Matplotlib</a:t>
            </a:r>
            <a:r>
              <a:rPr dirty="0" smtClean="0"/>
              <a:t> </a:t>
            </a:r>
            <a:r>
              <a:rPr dirty="0"/>
              <a:t>generates crime</a:t>
            </a:r>
            <a:r>
              <a:rPr dirty="0" smtClean="0"/>
              <a:t>,</a:t>
            </a:r>
            <a:endParaRPr lang="en-US" dirty="0" smtClean="0"/>
          </a:p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 smtClean="0"/>
              <a:t> </a:t>
            </a:r>
            <a:r>
              <a:rPr dirty="0"/>
              <a:t>FIR, case and evidence visualizations.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54480"/>
            <a:ext cx="3337560" cy="3474720"/>
          </a:xfrm>
          <a:prstGeom prst="roundRect">
            <a:avLst/>
          </a:prstGeom>
          <a:solidFill>
            <a:srgbClr val="18253D"/>
          </a:solidFill>
          <a:ln>
            <a:solidFill>
              <a:srgbClr val="2A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181051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1B47D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59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F7FA"/>
                </a:solidFill>
              </a:defRPr>
            </a:pPr>
            <a:r>
              <a:t>PROJECT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71800"/>
            <a:ext cx="2638030" cy="692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/>
              <a:t>Console-based record management </a:t>
            </a:r>
            <a:endParaRPr lang="en-US" dirty="0" smtClean="0"/>
          </a:p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 smtClean="0"/>
              <a:t>with </a:t>
            </a:r>
            <a:r>
              <a:rPr dirty="0"/>
              <a:t>lightweight CSV persistence </a:t>
            </a:r>
            <a:endParaRPr lang="en-US" dirty="0" smtClean="0"/>
          </a:p>
          <a:p>
            <a:pPr algn="l">
              <a:defRPr sz="1300" b="0">
                <a:solidFill>
                  <a:srgbClr val="AFBBCD"/>
                </a:solidFill>
              </a:defRPr>
            </a:pPr>
            <a:r>
              <a:rPr dirty="0" smtClean="0"/>
              <a:t>and </a:t>
            </a:r>
            <a:r>
              <a:rPr dirty="0"/>
              <a:t>graphical reports.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FBBCD"/>
                </a:solidFill>
              </a:defRPr>
            </a:pPr>
            <a:r>
              <a:t>The system provides a strong foundation for future database, web and analytics enhancements.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0">
                <a:solidFill>
                  <a:srgbClr val="AFBBCD"/>
                </a:solidFill>
              </a:defRPr>
            </a:pPr>
            <a:r>
              <a:t>CRIME RECORD MANAGEMENT SYSTEM  •  MAJOR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8F9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E6B146"/>
                </a:solidFill>
                <a:latin typeface="Aptos"/>
              </a:defRPr>
            </a:pPr>
            <a:r>
              <a:t>Crime Record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8229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5B0C5"/>
                </a:solidFill>
                <a:latin typeface="Aptos"/>
              </a:defRPr>
            </a:pPr>
            <a:r>
              <a:t>CRIME RECORD MANAGEMENT SYSTEM  •  MAJOR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5B0C5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748</Words>
  <Application>Microsoft Office PowerPoint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sreeja jonnala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2026-08-31T07:08:10Z</dcterms:modified>
  <cp:category/>
</cp:coreProperties>
</file>